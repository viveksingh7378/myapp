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hxGCFlAFcwn5H6UeEvS4PAFt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21"/>
  </p:normalViewPr>
  <p:slideViewPr>
    <p:cSldViewPr snapToGrid="0">
      <p:cViewPr>
        <p:scale>
          <a:sx n="105" d="100"/>
          <a:sy n="105" d="100"/>
        </p:scale>
        <p:origin x="17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None/>
              <a:defRPr sz="2400">
                <a:solidFill>
                  <a:srgbClr val="741B47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100">
                <a:solidFill>
                  <a:schemeClr val="dk2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Font typeface="Times New Roman"/>
              <a:buNone/>
              <a:defRPr sz="2400" b="1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  <a:defRPr sz="220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9;p18" title="RI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73150" cy="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/>
        </p:nvSpPr>
        <p:spPr>
          <a:xfrm>
            <a:off x="90525" y="6322325"/>
            <a:ext cx="3606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MCA, RIT</a:t>
            </a:r>
            <a:endParaRPr sz="1700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57200" y="1188720"/>
            <a:ext cx="82292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600" b="0" strike="noStrike">
                <a:solidFill>
                  <a:schemeClr val="dk1"/>
                </a:solidFill>
              </a:rPr>
              <a:t>Automated CI/CD Pipeline for Microservices on Kubernetes using Jenkins &amp; AI-Driven Remediation</a:t>
            </a:r>
            <a:endParaRPr b="0" strike="noStrike">
              <a:solidFill>
                <a:schemeClr val="dk1"/>
              </a:solidFill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457200" y="2606040"/>
            <a:ext cx="822924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292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Project Phase-1  (24MCAP1)  -  Internal Assessment 1</a:t>
            </a:r>
            <a:endParaRPr b="0" i="0" u="none" strike="noStrike" cap="none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Vivek Kumar Singh   |   USN: 1MS24MC111</a:t>
            </a:r>
            <a:endParaRPr b="0" i="0" u="none" strike="noStrike" cap="none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Guide: Dr. D. Evangelin Geetha, Professor</a:t>
            </a:r>
            <a:endParaRPr b="0" i="0" u="none" strike="noStrike" cap="none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Department of MCA</a:t>
            </a:r>
            <a:endParaRPr b="0" i="0" u="none" strike="noStrike" cap="none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Ramaiah Institute of Technology, Bengaluru</a:t>
            </a:r>
            <a:endParaRPr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Problem Statement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Manual deployment of microservices is slow, error-prone, and causes configuration drift across Dev / Test / Prod environments.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Traditional "fail-fast" CI/CD pipelines halt on every build error and wait for a human to debug, increasing Mean Time to Recovery (MTTR).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"works on my machine" syndrome and lack of integrated security scanning lead to vulnerable, inconsistent production releases.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Real-world relevance: enterprises need self-healing, secure, zero-downtime delivery pipelines to keep up with modern release velocity.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Objectives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Design an end-to-end automated CI/CD workflow that builds, tests, secures, and deploys containerized applications.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Enforce Immutable Infrastructure using Docker for consistency across all environments.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Embed DevSecOps by integrating Trivy vulnerability scanning early in the pipeline ("Shift Left").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Leverage Kubernetes Rolling Updates for resilient, zero-downtime deployments.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Validate AI-based self-correction (LLM agent) for autonomous resolution of common build/test errors.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Methodology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Approach: Modular, event-driven CI/CD pipeline integrating SCM, build, security, orchestration, and an AI remediation layer.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Tools / techniques: GitHub Webhooks trigger Jenkins; Docker for containerization; Trivy for CVE scanning; Kubernetes (EKS / MicroK8s) for orchestration; LLM (OpenAI / local Ollama) for log analysis.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Justification: Jenkins + Kubernetes is the dominant DevOps standard; adding an AI layer closes the gap of intelligent self-healing identified in the literature.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Validation: pipeline tested under varying load and induced failure scenarios, comparing manual vs. automated metrics.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 Design - Architecture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Modular pipeline integrates SCM, CI, security scan, registry, K8s and an AI Remediation feedback loop.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Change incorporated: AI-Driven Remediation Agent (red path) replaces traditional fail-fast with self-healing.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49" name="Picture 48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97" y="2926080"/>
            <a:ext cx="7260405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Tools &amp; Technologies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Languages: Python 3.9+ (AI agent), Groovy (</a:t>
            </a:r>
            <a:r>
              <a:rPr lang="en-US" b="0" dirty="0" err="1">
                <a:solidFill>
                  <a:schemeClr val="dk1"/>
                </a:solidFill>
              </a:rPr>
              <a:t>Jenkinsfile</a:t>
            </a:r>
            <a:r>
              <a:rPr lang="en-US" b="0" dirty="0">
                <a:solidFill>
                  <a:schemeClr val="dk1"/>
                </a:solidFill>
              </a:rPr>
              <a:t>), YAML (Kubernetes manifests), Bash (helper scripts).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Frameworks / Engines: Jenkins (LTS) for CI/CD orchestration; OpenAI API / local LLM (</a:t>
            </a:r>
            <a:r>
              <a:rPr lang="en-US" b="0" dirty="0" err="1">
                <a:solidFill>
                  <a:schemeClr val="dk1"/>
                </a:solidFill>
              </a:rPr>
              <a:t>Ollama</a:t>
            </a:r>
            <a:r>
              <a:rPr lang="en-US" b="0" dirty="0">
                <a:solidFill>
                  <a:schemeClr val="dk1"/>
                </a:solidFill>
              </a:rPr>
              <a:t>) for remediation.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Tools: Git &amp; GitHub (SCM + Webhooks), Docker (containerization), </a:t>
            </a:r>
            <a:r>
              <a:rPr lang="en-US" b="0" dirty="0" err="1">
                <a:solidFill>
                  <a:schemeClr val="dk1"/>
                </a:solidFill>
              </a:rPr>
              <a:t>Trivy</a:t>
            </a:r>
            <a:r>
              <a:rPr lang="en-US" b="0" dirty="0">
                <a:solidFill>
                  <a:schemeClr val="dk1"/>
                </a:solidFill>
              </a:rPr>
              <a:t> (vulnerability scanning), </a:t>
            </a:r>
            <a:r>
              <a:rPr lang="en-US" b="0" dirty="0" err="1">
                <a:solidFill>
                  <a:schemeClr val="dk1"/>
                </a:solidFill>
              </a:rPr>
              <a:t>kubectl</a:t>
            </a:r>
            <a:r>
              <a:rPr lang="en-US" b="0" dirty="0">
                <a:solidFill>
                  <a:schemeClr val="dk1"/>
                </a:solidFill>
              </a:rPr>
              <a:t> (K8s CLI).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Platforms: Kubernetes (AWS EKS / MicroK8s), Docker Hub , Ubuntu 20.04 LTS hosts on AWS EC2.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 - Build Lifecycle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Each pipeline run flows through Idle -&gt; Testing -&gt; Building -&gt; Deploying -&gt; Success.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On test failure the AI Remediation Agent enters AI_Analyzing -&gt; Healing (commit auto-fix) -&gt; re-trigger; if no fix is found within RetryLimit (=2), the build moves to Fatal_Error and notifies the admin.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63" name="Picture 62" descr="diagram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088" y="2926080"/>
            <a:ext cx="5443822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Workflow - Sequence Diagram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GitHub webhook triggers Jenkins, which runs checkout, install, lint and tests; on failure the AI Agent (LLM) analyzes logs, commits a patch and re-triggers the pipeline.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600" b="0">
                <a:solidFill>
                  <a:schemeClr val="dk1"/>
                </a:solidFill>
              </a:rPr>
              <a:t>On success: Docker image (tagged with Commit SHA) is pushed to Docker Hub and rolled out to Kubernetes with zero downtime.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70" name="Picture 69" descr="diagram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835" y="2788920"/>
            <a:ext cx="6186328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Results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F1254-8733-4324-5947-D5CB56E1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94" r="430" b="10122"/>
          <a:stretch>
            <a:fillRect/>
          </a:stretch>
        </p:blipFill>
        <p:spPr>
          <a:xfrm>
            <a:off x="685620" y="1417320"/>
            <a:ext cx="7739052" cy="4300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Challenges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Issue: AI hallucinations producing unsafe code patches. Solution: enforce Confidence-Score threshold (&gt;0.8) and Max-Retry limit; log every prompt + patch for audit.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Issue: leakage of secrets to external LLM APIs. Solution: scrub credentials from logs before sending; restrict prompt context to error window only.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Issue: limited hardware (AWS Free Tier - 1 vCPU / 1 GB) slowed parallel builds. Solution: dynamic Jenkins agents and lightweight MicroK8s for local testing.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Issue: integrating Trivy without breaking developer flow. Solution: "fail fast" only on High / Critical CVEs; warnings for the rest.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chemeClr val="dk1"/>
                </a:solidFill>
              </a:rPr>
              <a:t>Demo / Current Status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EE380-2613-8ACE-3E8B-A3B418A58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3" t="26442" r="5919" b="25800"/>
          <a:stretch>
            <a:fillRect/>
          </a:stretch>
        </p:blipFill>
        <p:spPr>
          <a:xfrm>
            <a:off x="292863" y="2426208"/>
            <a:ext cx="8558273" cy="3015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References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</a:rPr>
              <a:t>[1] A. K. </a:t>
            </a:r>
            <a:r>
              <a:rPr lang="en-US" sz="1600" b="0" dirty="0" err="1">
                <a:solidFill>
                  <a:schemeClr val="dk1"/>
                </a:solidFill>
              </a:rPr>
              <a:t>Manukonda</a:t>
            </a:r>
            <a:r>
              <a:rPr lang="en-US" sz="1600" b="0" dirty="0">
                <a:solidFill>
                  <a:schemeClr val="dk1"/>
                </a:solidFill>
              </a:rPr>
              <a:t>, "Building CI/CD Pipelines for Automated Deployments Using Jenkins," Int. J. of Core </a:t>
            </a:r>
            <a:r>
              <a:rPr lang="en-US" sz="1600" b="0" dirty="0" err="1">
                <a:solidFill>
                  <a:schemeClr val="dk1"/>
                </a:solidFill>
              </a:rPr>
              <a:t>Engg</a:t>
            </a:r>
            <a:r>
              <a:rPr lang="en-US" sz="1600" b="0" dirty="0">
                <a:solidFill>
                  <a:schemeClr val="dk1"/>
                </a:solidFill>
              </a:rPr>
              <a:t>. &amp; Mgmt., vol. 7(5), pp. 409-434, 2023.</a:t>
            </a:r>
            <a:endParaRPr b="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</a:rPr>
              <a:t>[2] A. Yaqoob, "Automating CI/CD Pipelines for Containerized Microservices Deployment on Kubernetes Using Jenkins and AWS EC2," M.S. thesis, Tampere Univ., 2025.</a:t>
            </a:r>
            <a:endParaRPr b="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</a:rPr>
              <a:t>[3] M. K. Abhishek, D. R. Rao, K. Subrahmanyam, "Framework to Deploy Containers using Kubernetes and CI/CD Pipeline," IJACSA, vol. 13(4), 2022.</a:t>
            </a:r>
            <a:endParaRPr b="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</a:rPr>
              <a:t>[4] N. Deshpande, M. Pandey, "Secure End-to-End Deployment with Integration of On-Premise and AWS Jenkins," Infosys View Point, vol. 1, 2022.</a:t>
            </a:r>
            <a:endParaRPr b="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chemeClr val="dk1"/>
                </a:solidFill>
              </a:rPr>
              <a:t>[5] R. Shrestha, A. Ray, "Streamlining Application Deployment: A CI/CD Pipeline for Kubernetes," IEEE IC2E, 2024.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897</Words>
  <Application>Microsoft Macintosh PowerPoint</Application>
  <PresentationFormat>On-screen Show (4:3)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Internal-1</vt:lpstr>
      <vt:lpstr>Automated CI/CD Pipeline for Microservices on Kubernetes using Jenkins &amp; AI-Driven Remediation</vt:lpstr>
      <vt:lpstr>Problem Statement</vt:lpstr>
      <vt:lpstr>Objectives</vt:lpstr>
      <vt:lpstr>Methodology</vt:lpstr>
      <vt:lpstr>System Design - Architecture</vt:lpstr>
      <vt:lpstr>Tools &amp; Technologies</vt:lpstr>
      <vt:lpstr>Implementation - Build Lifecycle</vt:lpstr>
      <vt:lpstr>Workflow - Sequence Diagram</vt:lpstr>
      <vt:lpstr>Results</vt:lpstr>
      <vt:lpstr>Challenges</vt:lpstr>
      <vt:lpstr>Demo / Current Status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Vivek Singh</cp:lastModifiedBy>
  <cp:revision>2</cp:revision>
  <dcterms:created xsi:type="dcterms:W3CDTF">2013-01-27T09:14:16Z</dcterms:created>
  <dcterms:modified xsi:type="dcterms:W3CDTF">2026-04-29T06:00:54Z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